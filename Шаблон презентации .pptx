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Golos" panose="020B0503020202020204" pitchFamily="34" charset="0"/>
      <p:regular r:id="rId11"/>
      <p:bold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44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4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47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1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53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4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1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5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57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56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27241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28269" y="61657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64331" y="61657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41938" y="61657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878682" y="58855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873359" y="59961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901183" y="58401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926951" y="67239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962072" y="673022"/>
            <a:ext cx="10035" cy="134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26951" y="64887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945138" y="65075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3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926010" y="62880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4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2002089" y="736780"/>
            <a:ext cx="51611" cy="10049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1930137" y="72509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7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926951" y="604348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925069" y="60779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718106" y="67490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747583" y="727585"/>
            <a:ext cx="64911" cy="64598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1858783" y="805965"/>
            <a:ext cx="52923" cy="49575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1986297" y="803852"/>
            <a:ext cx="51894" cy="49724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2040467" y="76835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1714657" y="52752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1776119" y="43407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1827232" y="411587"/>
            <a:ext cx="54406" cy="55412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1881795" y="39393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1933222" y="392994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/>
          <a:stretch/>
        </p:blipFill>
        <p:spPr>
          <a:xfrm>
            <a:off x="2024160" y="416199"/>
            <a:ext cx="63343" cy="63970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9"/>
            <a:ext cx="53309" cy="52995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9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2121371" y="534419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371600"/>
            <a:ext cx="3757613" cy="171450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8625" y="1371600"/>
            <a:ext cx="3757613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22"/>
              </a:lnSpc>
              <a:buNone/>
            </a:pPr>
            <a:r>
              <a:rPr lang="en-US" sz="5914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PostCode</a:t>
            </a:r>
            <a:r>
              <a:rPr lang="en-US" sz="4952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 Challenge</a:t>
            </a:r>
            <a:endParaRPr lang="en-US" sz="5914" dirty="0"/>
          </a:p>
        </p:txBody>
      </p:sp>
      <p:sp>
        <p:nvSpPr>
          <p:cNvPr id="51" name="Text 5"/>
          <p:cNvSpPr/>
          <p:nvPr/>
        </p:nvSpPr>
        <p:spPr>
          <a:xfrm>
            <a:off x="428625" y="2733675"/>
            <a:ext cx="37576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76"/>
              </a:lnSpc>
              <a:buNone/>
            </a:pPr>
            <a:r>
              <a:rPr lang="en-US" sz="3776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от </a:t>
            </a:r>
            <a:r>
              <a:rPr lang="en-US" sz="3776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Почтатеха</a:t>
            </a:r>
            <a:endParaRPr lang="en-US" sz="3776" dirty="0"/>
          </a:p>
        </p:txBody>
      </p:sp>
      <p:pic>
        <p:nvPicPr>
          <p:cNvPr id="52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333875" y="1238250"/>
            <a:ext cx="4695825" cy="3509963"/>
          </a:xfrm>
          <a:prstGeom prst="rect">
            <a:avLst/>
          </a:prstGeom>
        </p:spPr>
      </p:pic>
      <p:sp>
        <p:nvSpPr>
          <p:cNvPr id="53" name="Shape 6"/>
          <p:cNvSpPr/>
          <p:nvPr/>
        </p:nvSpPr>
        <p:spPr>
          <a:xfrm>
            <a:off x="428625" y="3381375"/>
            <a:ext cx="3943350" cy="1143000"/>
          </a:xfrm>
          <a:prstGeom prst="roundRect">
            <a:avLst>
              <a:gd name="adj" fmla="val 64000"/>
            </a:avLst>
          </a:prstGeom>
          <a:solidFill>
            <a:srgbClr val="2942BB">
              <a:alpha val="40000"/>
            </a:srgbClr>
          </a:solidFill>
          <a:ln w="4524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54" name="Text 7"/>
          <p:cNvSpPr/>
          <p:nvPr/>
        </p:nvSpPr>
        <p:spPr>
          <a:xfrm>
            <a:off x="714375" y="3667125"/>
            <a:ext cx="4297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636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Название команды</a:t>
            </a:r>
            <a:endParaRPr lang="en-US" sz="2636" dirty="0"/>
          </a:p>
        </p:txBody>
      </p:sp>
      <p:sp>
        <p:nvSpPr>
          <p:cNvPr id="55" name="Text 8"/>
          <p:cNvSpPr/>
          <p:nvPr/>
        </p:nvSpPr>
        <p:spPr>
          <a:xfrm>
            <a:off x="714375" y="4057650"/>
            <a:ext cx="11382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ts val="2116"/>
              </a:lnSpc>
              <a:buNone/>
            </a:pPr>
            <a:r>
              <a:rPr lang="en-US" sz="1924" dirty="0">
                <a:solidFill>
                  <a:srgbClr val="ECEDF2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Решение</a:t>
            </a:r>
            <a:endParaRPr lang="en-US" sz="192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2005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Участники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7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7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7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7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1"/>
            <a:ext cx="24623" cy="15979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17059" y="428162"/>
            <a:ext cx="23871" cy="11079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2"/>
            <a:ext cx="10034" cy="13484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 r="-5"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7"/>
            <a:ext cx="15679" cy="5017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49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7"/>
            <a:ext cx="46661" cy="9229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461806" y="503453"/>
            <a:ext cx="60521" cy="59267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5"/>
            <a:ext cx="64911" cy="64597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 r="-2"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7"/>
            <a:ext cx="45155" cy="47977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2"/>
            <a:ext cx="51895" cy="49724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/>
          <a:stretch/>
        </p:blipFill>
        <p:spPr>
          <a:xfrm>
            <a:off x="8784166" y="596900"/>
            <a:ext cx="58639" cy="66165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8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2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4"/>
            <a:ext cx="64911" cy="65225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 r="-2"/>
          <a:stretch/>
        </p:blipFill>
        <p:spPr>
          <a:xfrm>
            <a:off x="8570932" y="240137"/>
            <a:ext cx="54407" cy="55412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5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4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5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 r="2"/>
          <a:stretch/>
        </p:blipFill>
        <p:spPr>
          <a:xfrm>
            <a:off x="8818974" y="277989"/>
            <a:ext cx="53308" cy="52995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190500" y="1200150"/>
            <a:ext cx="8763000" cy="2447925"/>
          </a:xfrm>
          <a:prstGeom prst="rect">
            <a:avLst/>
          </a:prstGeom>
          <a:noFill/>
          <a:ln/>
        </p:spPr>
      </p:sp>
      <p:sp>
        <p:nvSpPr>
          <p:cNvPr id="50" name="Shape 4"/>
          <p:cNvSpPr/>
          <p:nvPr/>
        </p:nvSpPr>
        <p:spPr>
          <a:xfrm>
            <a:off x="190500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200150"/>
            <a:ext cx="2047875" cy="2047875"/>
          </a:xfrm>
          <a:prstGeom prst="rect">
            <a:avLst/>
          </a:prstGeom>
        </p:spPr>
      </p:pic>
      <p:sp>
        <p:nvSpPr>
          <p:cNvPr id="52" name="Shape 5"/>
          <p:cNvSpPr/>
          <p:nvPr/>
        </p:nvSpPr>
        <p:spPr>
          <a:xfrm>
            <a:off x="19050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53" name="Text 6"/>
          <p:cNvSpPr/>
          <p:nvPr/>
        </p:nvSpPr>
        <p:spPr>
          <a:xfrm>
            <a:off x="190500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ИФ</a:t>
            </a:r>
            <a:endParaRPr lang="en-US" sz="1425" dirty="0"/>
          </a:p>
        </p:txBody>
      </p:sp>
      <p:sp>
        <p:nvSpPr>
          <p:cNvPr id="54" name="Text 7"/>
          <p:cNvSpPr/>
          <p:nvPr/>
        </p:nvSpPr>
        <p:spPr>
          <a:xfrm>
            <a:off x="190500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Роль</a:t>
            </a:r>
            <a:endParaRPr lang="en-US" sz="998" dirty="0"/>
          </a:p>
        </p:txBody>
      </p:sp>
      <p:sp>
        <p:nvSpPr>
          <p:cNvPr id="55" name="Shape 8"/>
          <p:cNvSpPr/>
          <p:nvPr/>
        </p:nvSpPr>
        <p:spPr>
          <a:xfrm>
            <a:off x="2428875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56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2428875" y="1200150"/>
            <a:ext cx="2047875" cy="2047875"/>
          </a:xfrm>
          <a:prstGeom prst="rect">
            <a:avLst/>
          </a:prstGeom>
        </p:spPr>
      </p:pic>
      <p:sp>
        <p:nvSpPr>
          <p:cNvPr id="57" name="Shape 9"/>
          <p:cNvSpPr/>
          <p:nvPr/>
        </p:nvSpPr>
        <p:spPr>
          <a:xfrm>
            <a:off x="2428875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58" name="Text 10"/>
          <p:cNvSpPr/>
          <p:nvPr/>
        </p:nvSpPr>
        <p:spPr>
          <a:xfrm>
            <a:off x="2428875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ИФ</a:t>
            </a:r>
            <a:endParaRPr lang="en-US" sz="1425" dirty="0"/>
          </a:p>
        </p:txBody>
      </p:sp>
      <p:sp>
        <p:nvSpPr>
          <p:cNvPr id="59" name="Text 11"/>
          <p:cNvSpPr/>
          <p:nvPr/>
        </p:nvSpPr>
        <p:spPr>
          <a:xfrm>
            <a:off x="2428875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Роль</a:t>
            </a:r>
            <a:endParaRPr lang="en-US" sz="998" dirty="0"/>
          </a:p>
        </p:txBody>
      </p:sp>
      <p:sp>
        <p:nvSpPr>
          <p:cNvPr id="60" name="Shape 12"/>
          <p:cNvSpPr/>
          <p:nvPr/>
        </p:nvSpPr>
        <p:spPr>
          <a:xfrm>
            <a:off x="4667250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61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4667250" y="1200150"/>
            <a:ext cx="2047875" cy="2047875"/>
          </a:xfrm>
          <a:prstGeom prst="rect">
            <a:avLst/>
          </a:prstGeom>
        </p:spPr>
      </p:pic>
      <p:sp>
        <p:nvSpPr>
          <p:cNvPr id="62" name="Shape 13"/>
          <p:cNvSpPr/>
          <p:nvPr/>
        </p:nvSpPr>
        <p:spPr>
          <a:xfrm>
            <a:off x="4667250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63" name="Text 14"/>
          <p:cNvSpPr/>
          <p:nvPr/>
        </p:nvSpPr>
        <p:spPr>
          <a:xfrm>
            <a:off x="4667250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ИФ</a:t>
            </a:r>
            <a:endParaRPr lang="en-US" sz="1425" dirty="0"/>
          </a:p>
        </p:txBody>
      </p:sp>
      <p:sp>
        <p:nvSpPr>
          <p:cNvPr id="64" name="Text 15"/>
          <p:cNvSpPr/>
          <p:nvPr/>
        </p:nvSpPr>
        <p:spPr>
          <a:xfrm>
            <a:off x="4667250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Роль</a:t>
            </a:r>
            <a:endParaRPr lang="en-US" sz="998" dirty="0"/>
          </a:p>
        </p:txBody>
      </p:sp>
      <p:sp>
        <p:nvSpPr>
          <p:cNvPr id="65" name="Shape 16"/>
          <p:cNvSpPr/>
          <p:nvPr/>
        </p:nvSpPr>
        <p:spPr>
          <a:xfrm>
            <a:off x="6905625" y="1200150"/>
            <a:ext cx="2047875" cy="2447925"/>
          </a:xfrm>
          <a:prstGeom prst="rect">
            <a:avLst/>
          </a:prstGeom>
          <a:noFill/>
          <a:ln/>
        </p:spPr>
      </p:sp>
      <p:pic>
        <p:nvPicPr>
          <p:cNvPr id="66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6905625" y="1200150"/>
            <a:ext cx="2047875" cy="2047875"/>
          </a:xfrm>
          <a:prstGeom prst="rect">
            <a:avLst/>
          </a:prstGeom>
        </p:spPr>
      </p:pic>
      <p:sp>
        <p:nvSpPr>
          <p:cNvPr id="67" name="Shape 17"/>
          <p:cNvSpPr/>
          <p:nvPr/>
        </p:nvSpPr>
        <p:spPr>
          <a:xfrm>
            <a:off x="6905625" y="3343275"/>
            <a:ext cx="2047875" cy="304800"/>
          </a:xfrm>
          <a:prstGeom prst="rect">
            <a:avLst/>
          </a:prstGeom>
          <a:noFill/>
          <a:ln/>
        </p:spPr>
      </p:sp>
      <p:sp>
        <p:nvSpPr>
          <p:cNvPr id="68" name="Text 18"/>
          <p:cNvSpPr/>
          <p:nvPr/>
        </p:nvSpPr>
        <p:spPr>
          <a:xfrm>
            <a:off x="6905625" y="3343275"/>
            <a:ext cx="2047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ИФ</a:t>
            </a:r>
            <a:endParaRPr lang="en-US" sz="1425" dirty="0"/>
          </a:p>
        </p:txBody>
      </p:sp>
      <p:sp>
        <p:nvSpPr>
          <p:cNvPr id="69" name="Text 19"/>
          <p:cNvSpPr/>
          <p:nvPr/>
        </p:nvSpPr>
        <p:spPr>
          <a:xfrm>
            <a:off x="6905625" y="3552825"/>
            <a:ext cx="2047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998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Роль</a:t>
            </a:r>
            <a:endParaRPr lang="en-US" sz="998" dirty="0"/>
          </a:p>
        </p:txBody>
      </p:sp>
      <p:pic>
        <p:nvPicPr>
          <p:cNvPr id="70" name="Image 48" descr="preencoded.png"/>
          <p:cNvPicPr>
            <a:picLocks noChangeAspect="1"/>
          </p:cNvPicPr>
          <p:nvPr/>
        </p:nvPicPr>
        <p:blipFill>
          <a:blip r:embed="rId46"/>
          <a:srcRect b="3341"/>
          <a:stretch/>
        </p:blipFill>
        <p:spPr>
          <a:xfrm>
            <a:off x="6905625" y="3076575"/>
            <a:ext cx="2138363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1985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190500" y="1309688"/>
            <a:ext cx="8763000" cy="372427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905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1766888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31750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3655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3365500" y="176688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6159500" y="1309688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0" y="150018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350000" y="176688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1905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381000" y="3071813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31750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655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3365500" y="3071813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159500" y="2614613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0000" y="2805113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6350000" y="3071813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1905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810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381000" y="4376738"/>
            <a:ext cx="227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31750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3655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3365500" y="437673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6159500" y="3919537"/>
            <a:ext cx="2651125" cy="11144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0000" y="4110038"/>
            <a:ext cx="227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1425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6350000" y="4376738"/>
            <a:ext cx="2270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78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3"/>
            <a:ext cx="16306" cy="38884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6"/>
            <a:ext cx="15365" cy="22578"/>
          </a:xfrm>
          <a:prstGeom prst="rect">
            <a:avLst/>
          </a:prstGeom>
        </p:spPr>
      </p:pic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78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6"/>
            <a:ext cx="15365" cy="22578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0"/>
            <a:ext cx="515526" cy="51552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79"/>
          </a:xfrm>
          <a:prstGeom prst="rect">
            <a:avLst/>
          </a:prstGeom>
        </p:spPr>
      </p:pic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b="-9"/>
          <a:stretch/>
        </p:blipFill>
        <p:spPr>
          <a:xfrm>
            <a:off x="8617059" y="428162"/>
            <a:ext cx="23871" cy="11080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6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4"/>
            <a:ext cx="11916" cy="14425"/>
          </a:xfrm>
          <a:prstGeom prst="rect">
            <a:avLst/>
          </a:prstGeom>
        </p:spPr>
      </p:pic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3"/>
          <a:srcRect r="10"/>
          <a:stretch/>
        </p:blipFill>
        <p:spPr>
          <a:xfrm>
            <a:off x="8705772" y="501571"/>
            <a:ext cx="10034" cy="13484"/>
          </a:xfrm>
          <a:prstGeom prst="rect">
            <a:avLst/>
          </a:prstGeom>
        </p:spPr>
      </p:pic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6"/>
            <a:ext cx="11916" cy="17625"/>
          </a:xfrm>
          <a:prstGeom prst="rect">
            <a:avLst/>
          </a:prstGeom>
        </p:spPr>
      </p:pic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7"/>
            <a:ext cx="10975" cy="16057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3"/>
            <a:ext cx="19321" cy="5739"/>
          </a:xfrm>
          <a:prstGeom prst="rect">
            <a:avLst/>
          </a:prstGeom>
        </p:spPr>
      </p:pic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6"/>
            <a:ext cx="15679" cy="5017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20"/>
          <a:srcRect r="2"/>
          <a:stretch/>
        </p:blipFill>
        <p:spPr>
          <a:xfrm>
            <a:off x="8673837" y="553646"/>
            <a:ext cx="46661" cy="9229"/>
          </a:xfrm>
          <a:prstGeom prst="rect">
            <a:avLst/>
          </a:prstGeom>
        </p:spPr>
      </p:pic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7"/>
            <a:ext cx="337412" cy="337412"/>
          </a:xfrm>
          <a:prstGeom prst="rect">
            <a:avLst/>
          </a:prstGeom>
        </p:spPr>
      </p:pic>
      <p:pic>
        <p:nvPicPr>
          <p:cNvPr id="54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7"/>
            <a:ext cx="11603" cy="8153"/>
          </a:xfrm>
          <a:prstGeom prst="rect">
            <a:avLst/>
          </a:prstGeom>
        </p:spPr>
      </p:pic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7"/>
            <a:ext cx="15679" cy="5645"/>
          </a:xfrm>
          <a:prstGeom prst="rect">
            <a:avLst/>
          </a:prstGeom>
        </p:spPr>
      </p:pic>
      <p:pic>
        <p:nvPicPr>
          <p:cNvPr id="56" name="Image 23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668770" y="436347"/>
            <a:ext cx="15365" cy="5331"/>
          </a:xfrm>
          <a:prstGeom prst="rect">
            <a:avLst/>
          </a:prstGeom>
        </p:spPr>
      </p:pic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58" name="Image 25" descr="preencoded.png"/>
          <p:cNvPicPr>
            <a:picLocks noChangeAspect="1"/>
          </p:cNvPicPr>
          <p:nvPr/>
        </p:nvPicPr>
        <p:blipFill>
          <a:blip r:embed="rId26"/>
          <a:srcRect b="2"/>
          <a:stretch/>
        </p:blipFill>
        <p:spPr>
          <a:xfrm>
            <a:off x="8491283" y="556133"/>
            <a:ext cx="64911" cy="64597"/>
          </a:xfrm>
          <a:prstGeom prst="rect">
            <a:avLst/>
          </a:prstGeom>
        </p:spPr>
      </p:pic>
      <p:pic>
        <p:nvPicPr>
          <p:cNvPr id="59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60" name="Image 27" descr="preencoded.png"/>
          <p:cNvPicPr>
            <a:picLocks noChangeAspect="1"/>
          </p:cNvPicPr>
          <p:nvPr/>
        </p:nvPicPr>
        <p:blipFill>
          <a:blip r:embed="rId28"/>
          <a:srcRect r="-2"/>
          <a:stretch/>
        </p:blipFill>
        <p:spPr>
          <a:xfrm>
            <a:off x="8602483" y="634515"/>
            <a:ext cx="52924" cy="49575"/>
          </a:xfrm>
          <a:prstGeom prst="rect">
            <a:avLst/>
          </a:prstGeom>
        </p:spPr>
      </p:pic>
      <p:pic>
        <p:nvPicPr>
          <p:cNvPr id="61" name="Image 28" descr="preencoded.png"/>
          <p:cNvPicPr>
            <a:picLocks noChangeAspect="1"/>
          </p:cNvPicPr>
          <p:nvPr/>
        </p:nvPicPr>
        <p:blipFill>
          <a:blip r:embed="rId29"/>
          <a:srcRect r="2" b="2"/>
          <a:stretch/>
        </p:blipFill>
        <p:spPr>
          <a:xfrm>
            <a:off x="8670023" y="643936"/>
            <a:ext cx="45155" cy="47977"/>
          </a:xfrm>
          <a:prstGeom prst="rect">
            <a:avLst/>
          </a:prstGeom>
        </p:spPr>
      </p:pic>
      <p:pic>
        <p:nvPicPr>
          <p:cNvPr id="62" name="Image 29" descr="preencoded.png"/>
          <p:cNvPicPr>
            <a:picLocks noChangeAspect="1"/>
          </p:cNvPicPr>
          <p:nvPr/>
        </p:nvPicPr>
        <p:blipFill>
          <a:blip r:embed="rId30"/>
          <a:srcRect r="-2"/>
          <a:stretch/>
        </p:blipFill>
        <p:spPr>
          <a:xfrm>
            <a:off x="8729997" y="632401"/>
            <a:ext cx="51895" cy="49724"/>
          </a:xfrm>
          <a:prstGeom prst="rect">
            <a:avLst/>
          </a:prstGeom>
        </p:spPr>
      </p:pic>
      <p:pic>
        <p:nvPicPr>
          <p:cNvPr id="63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0"/>
            <a:ext cx="58639" cy="66166"/>
          </a:xfrm>
          <a:prstGeom prst="rect">
            <a:avLst/>
          </a:prstGeom>
        </p:spPr>
      </p:pic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7"/>
            <a:ext cx="64911" cy="64284"/>
          </a:xfrm>
          <a:prstGeom prst="rect">
            <a:avLst/>
          </a:prstGeom>
        </p:spPr>
      </p:pic>
      <p:pic>
        <p:nvPicPr>
          <p:cNvPr id="65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66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0"/>
            <a:ext cx="50843" cy="58013"/>
          </a:xfrm>
          <a:prstGeom prst="rect">
            <a:avLst/>
          </a:prstGeom>
        </p:spPr>
      </p:pic>
      <p:pic>
        <p:nvPicPr>
          <p:cNvPr id="67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8"/>
            <a:ext cx="64284" cy="63657"/>
          </a:xfrm>
          <a:prstGeom prst="rect">
            <a:avLst/>
          </a:prstGeom>
        </p:spPr>
      </p:pic>
      <p:pic>
        <p:nvPicPr>
          <p:cNvPr id="68" name="Image 35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8519818" y="262622"/>
            <a:ext cx="64911" cy="65225"/>
          </a:xfrm>
          <a:prstGeom prst="rect">
            <a:avLst/>
          </a:prstGeom>
        </p:spPr>
      </p:pic>
      <p:pic>
        <p:nvPicPr>
          <p:cNvPr id="69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70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4"/>
            <a:ext cx="46410" cy="53622"/>
          </a:xfrm>
          <a:prstGeom prst="rect">
            <a:avLst/>
          </a:prstGeom>
        </p:spPr>
      </p:pic>
      <p:pic>
        <p:nvPicPr>
          <p:cNvPr id="71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3"/>
            <a:ext cx="43588" cy="47665"/>
          </a:xfrm>
          <a:prstGeom prst="rect">
            <a:avLst/>
          </a:prstGeom>
        </p:spPr>
      </p:pic>
      <p:pic>
        <p:nvPicPr>
          <p:cNvPr id="72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1"/>
            <a:ext cx="50031" cy="49266"/>
          </a:xfrm>
          <a:prstGeom prst="rect">
            <a:avLst/>
          </a:prstGeom>
        </p:spPr>
      </p:pic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49"/>
            <a:ext cx="63343" cy="63971"/>
          </a:xfrm>
          <a:prstGeom prst="rect">
            <a:avLst/>
          </a:prstGeom>
        </p:spPr>
      </p:pic>
      <p:pic>
        <p:nvPicPr>
          <p:cNvPr id="74" name="Image 41" descr="preencoded.png"/>
          <p:cNvPicPr>
            <a:picLocks noChangeAspect="1"/>
          </p:cNvPicPr>
          <p:nvPr/>
        </p:nvPicPr>
        <p:blipFill>
          <a:blip r:embed="rId42"/>
          <a:srcRect r="2" b="-2"/>
          <a:stretch/>
        </p:blipFill>
        <p:spPr>
          <a:xfrm>
            <a:off x="8818974" y="277989"/>
            <a:ext cx="53308" cy="52996"/>
          </a:xfrm>
          <a:prstGeom prst="rect">
            <a:avLst/>
          </a:prstGeom>
        </p:spPr>
      </p:pic>
      <p:pic>
        <p:nvPicPr>
          <p:cNvPr id="75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8840298" y="320008"/>
            <a:ext cx="59580" cy="56758"/>
          </a:xfrm>
          <a:prstGeom prst="rect">
            <a:avLst/>
          </a:prstGeom>
        </p:spPr>
      </p:pic>
      <p:pic>
        <p:nvPicPr>
          <p:cNvPr id="76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69"/>
            <a:ext cx="53622" cy="432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333375"/>
            <a:ext cx="1985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9"/>
            <a:ext cx="15679" cy="2257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4"/>
            <a:ext cx="16306" cy="3888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9"/>
            <a:ext cx="15365" cy="2257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9"/>
            <a:ext cx="15993" cy="22578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9"/>
            <a:ext cx="15365" cy="2257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 b="6"/>
          <a:stretch/>
        </p:blipFill>
        <p:spPr>
          <a:xfrm>
            <a:off x="8622382" y="417103"/>
            <a:ext cx="24623" cy="15978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 b="-18"/>
          <a:stretch/>
        </p:blipFill>
        <p:spPr>
          <a:xfrm>
            <a:off x="8617059" y="428163"/>
            <a:ext cx="23871" cy="11081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6"/>
            <a:ext cx="11916" cy="14425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2"/>
            <a:ext cx="10034" cy="13483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7"/>
            <a:ext cx="11916" cy="17625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8"/>
            <a:ext cx="10975" cy="16057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 b="-11"/>
          <a:stretch/>
        </p:blipFill>
        <p:spPr>
          <a:xfrm>
            <a:off x="8673837" y="553647"/>
            <a:ext cx="46661" cy="9230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8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8"/>
            <a:ext cx="11603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8"/>
            <a:ext cx="15365" cy="5330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491283" y="556136"/>
            <a:ext cx="64911" cy="64598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4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8602483" y="634515"/>
            <a:ext cx="52924" cy="49576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8729997" y="632403"/>
            <a:ext cx="51895" cy="49725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1"/>
            <a:ext cx="58639" cy="66166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1"/>
            <a:ext cx="50843" cy="58013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9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4"/>
            <a:ext cx="64911" cy="65224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6"/>
            <a:ext cx="46410" cy="53622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5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 b="2"/>
          <a:stretch/>
        </p:blipFill>
        <p:spPr>
          <a:xfrm>
            <a:off x="8725982" y="231032"/>
            <a:ext cx="50031" cy="49264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 r="2" b="2"/>
          <a:stretch/>
        </p:blipFill>
        <p:spPr>
          <a:xfrm>
            <a:off x="8818974" y="277990"/>
            <a:ext cx="53308" cy="52994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 b="2"/>
          <a:stretch/>
        </p:blipFill>
        <p:spPr>
          <a:xfrm>
            <a:off x="8840298" y="320008"/>
            <a:ext cx="59580" cy="56757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71"/>
            <a:ext cx="53622" cy="43274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190500" y="1047750"/>
            <a:ext cx="8763000" cy="3905250"/>
          </a:xfrm>
          <a:prstGeom prst="rect">
            <a:avLst/>
          </a:prstGeom>
          <a:noFill/>
          <a:ln/>
        </p:spPr>
      </p:sp>
      <p:sp>
        <p:nvSpPr>
          <p:cNvPr id="50" name="Shape 4"/>
          <p:cNvSpPr/>
          <p:nvPr/>
        </p:nvSpPr>
        <p:spPr>
          <a:xfrm>
            <a:off x="190500" y="104775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1" name="Text 5"/>
          <p:cNvSpPr/>
          <p:nvPr/>
        </p:nvSpPr>
        <p:spPr>
          <a:xfrm>
            <a:off x="190500" y="104775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2" name="Text 6"/>
          <p:cNvSpPr/>
          <p:nvPr/>
        </p:nvSpPr>
        <p:spPr>
          <a:xfrm>
            <a:off x="190500" y="124777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53" name="Text 7"/>
          <p:cNvSpPr/>
          <p:nvPr/>
        </p:nvSpPr>
        <p:spPr>
          <a:xfrm>
            <a:off x="190500" y="149542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4" name="Shape 8"/>
          <p:cNvSpPr/>
          <p:nvPr/>
        </p:nvSpPr>
        <p:spPr>
          <a:xfrm>
            <a:off x="4667250" y="104775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5" name="Text 9"/>
          <p:cNvSpPr/>
          <p:nvPr/>
        </p:nvSpPr>
        <p:spPr>
          <a:xfrm>
            <a:off x="4667250" y="104775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6" name="Text 10"/>
          <p:cNvSpPr/>
          <p:nvPr/>
        </p:nvSpPr>
        <p:spPr>
          <a:xfrm>
            <a:off x="4667250" y="124777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57" name="Text 11"/>
          <p:cNvSpPr/>
          <p:nvPr/>
        </p:nvSpPr>
        <p:spPr>
          <a:xfrm>
            <a:off x="4667250" y="149542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8" name="Shape 12"/>
          <p:cNvSpPr/>
          <p:nvPr/>
        </p:nvSpPr>
        <p:spPr>
          <a:xfrm>
            <a:off x="190500" y="2295525"/>
            <a:ext cx="4095750" cy="914400"/>
          </a:xfrm>
          <a:prstGeom prst="rect">
            <a:avLst/>
          </a:prstGeom>
          <a:noFill/>
          <a:ln/>
        </p:spPr>
      </p:sp>
      <p:sp>
        <p:nvSpPr>
          <p:cNvPr id="59" name="Text 13"/>
          <p:cNvSpPr/>
          <p:nvPr/>
        </p:nvSpPr>
        <p:spPr>
          <a:xfrm>
            <a:off x="190500" y="2295525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0" name="Text 14"/>
          <p:cNvSpPr/>
          <p:nvPr/>
        </p:nvSpPr>
        <p:spPr>
          <a:xfrm>
            <a:off x="190500" y="2495550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61" name="Text 15"/>
          <p:cNvSpPr/>
          <p:nvPr/>
        </p:nvSpPr>
        <p:spPr>
          <a:xfrm>
            <a:off x="190500" y="2743200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2" name="Shape 16"/>
          <p:cNvSpPr/>
          <p:nvPr/>
        </p:nvSpPr>
        <p:spPr>
          <a:xfrm>
            <a:off x="4667250" y="2295525"/>
            <a:ext cx="4095750" cy="914400"/>
          </a:xfrm>
          <a:prstGeom prst="rect">
            <a:avLst/>
          </a:prstGeom>
          <a:noFill/>
          <a:ln/>
        </p:spPr>
      </p:sp>
      <p:sp>
        <p:nvSpPr>
          <p:cNvPr id="63" name="Text 17"/>
          <p:cNvSpPr/>
          <p:nvPr/>
        </p:nvSpPr>
        <p:spPr>
          <a:xfrm>
            <a:off x="4667250" y="2295525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4" name="Text 18"/>
          <p:cNvSpPr/>
          <p:nvPr/>
        </p:nvSpPr>
        <p:spPr>
          <a:xfrm>
            <a:off x="4667250" y="2495550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65" name="Text 19"/>
          <p:cNvSpPr/>
          <p:nvPr/>
        </p:nvSpPr>
        <p:spPr>
          <a:xfrm>
            <a:off x="4667250" y="2743200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6" name="Shape 20"/>
          <p:cNvSpPr/>
          <p:nvPr/>
        </p:nvSpPr>
        <p:spPr>
          <a:xfrm>
            <a:off x="190500" y="3543300"/>
            <a:ext cx="4095750" cy="914400"/>
          </a:xfrm>
          <a:prstGeom prst="rect">
            <a:avLst/>
          </a:prstGeom>
          <a:noFill/>
          <a:ln/>
        </p:spPr>
      </p:sp>
      <p:sp>
        <p:nvSpPr>
          <p:cNvPr id="67" name="Text 21"/>
          <p:cNvSpPr/>
          <p:nvPr/>
        </p:nvSpPr>
        <p:spPr>
          <a:xfrm>
            <a:off x="190500" y="3543300"/>
            <a:ext cx="409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3D95F7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8" name="Text 22"/>
          <p:cNvSpPr/>
          <p:nvPr/>
        </p:nvSpPr>
        <p:spPr>
          <a:xfrm>
            <a:off x="190500" y="3743325"/>
            <a:ext cx="4095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Подзаголовок</a:t>
            </a:r>
            <a:endParaRPr lang="en-US" sz="1639" dirty="0"/>
          </a:p>
        </p:txBody>
      </p:sp>
      <p:sp>
        <p:nvSpPr>
          <p:cNvPr id="69" name="Text 23"/>
          <p:cNvSpPr/>
          <p:nvPr/>
        </p:nvSpPr>
        <p:spPr>
          <a:xfrm>
            <a:off x="190500" y="3990975"/>
            <a:ext cx="4095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pic>
        <p:nvPicPr>
          <p:cNvPr id="70" name="Image 44" descr="preencoded.png"/>
          <p:cNvPicPr>
            <a:picLocks noChangeAspect="1"/>
          </p:cNvPicPr>
          <p:nvPr/>
        </p:nvPicPr>
        <p:blipFill>
          <a:blip r:embed="rId45"/>
          <a:srcRect b="2649"/>
          <a:stretch/>
        </p:blipFill>
        <p:spPr>
          <a:xfrm>
            <a:off x="5676900" y="3043238"/>
            <a:ext cx="2952750" cy="2100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9"/>
            <a:ext cx="15679" cy="2257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89843" y="436034"/>
            <a:ext cx="16306" cy="38884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08031" y="445129"/>
            <a:ext cx="15365" cy="22578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9"/>
            <a:ext cx="15993" cy="22578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85638" y="445129"/>
            <a:ext cx="15365" cy="22578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 b="6"/>
          <a:stretch/>
        </p:blipFill>
        <p:spPr>
          <a:xfrm>
            <a:off x="8622382" y="417103"/>
            <a:ext cx="24623" cy="15978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-18"/>
          <a:stretch/>
        </p:blipFill>
        <p:spPr>
          <a:xfrm>
            <a:off x="8617059" y="428163"/>
            <a:ext cx="23871" cy="11081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644883" y="412565"/>
            <a:ext cx="9399" cy="10095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70651" y="500946"/>
            <a:ext cx="11916" cy="14425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2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-6"/>
          <a:stretch/>
        </p:blipFill>
        <p:spPr>
          <a:xfrm>
            <a:off x="8670651" y="477427"/>
            <a:ext cx="11916" cy="17625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688838" y="479308"/>
            <a:ext cx="10975" cy="16057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399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 r="-2" b="10"/>
          <a:stretch/>
        </p:blipFill>
        <p:spPr>
          <a:xfrm>
            <a:off x="8745789" y="565330"/>
            <a:ext cx="51612" cy="10048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11"/>
          <a:stretch/>
        </p:blipFill>
        <p:spPr>
          <a:xfrm>
            <a:off x="8673837" y="553647"/>
            <a:ext cx="46661" cy="9230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8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8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4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8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491283" y="556136"/>
            <a:ext cx="64911" cy="64598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4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8602483" y="634515"/>
            <a:ext cx="52924" cy="49576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8729997" y="632403"/>
            <a:ext cx="51895" cy="49725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-2"/>
          <a:stretch/>
        </p:blipFill>
        <p:spPr>
          <a:xfrm>
            <a:off x="8784166" y="596901"/>
            <a:ext cx="58639" cy="66166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8458357" y="356071"/>
            <a:ext cx="50843" cy="58013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9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4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/>
          <a:stretch/>
        </p:blipFill>
        <p:spPr>
          <a:xfrm>
            <a:off x="8570932" y="240137"/>
            <a:ext cx="54407" cy="55413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/>
          <a:stretch/>
        </p:blipFill>
        <p:spPr>
          <a:xfrm>
            <a:off x="8625496" y="222486"/>
            <a:ext cx="46410" cy="53622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/>
          <a:stretch/>
        </p:blipFill>
        <p:spPr>
          <a:xfrm>
            <a:off x="8676923" y="221545"/>
            <a:ext cx="43588" cy="47665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 b="2"/>
          <a:stretch/>
        </p:blipFill>
        <p:spPr>
          <a:xfrm>
            <a:off x="8725982" y="231032"/>
            <a:ext cx="50031" cy="49264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-2"/>
          <a:stretch/>
        </p:blipFill>
        <p:spPr>
          <a:xfrm>
            <a:off x="8767860" y="244750"/>
            <a:ext cx="63343" cy="63971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2"/>
          <a:stretch/>
        </p:blipFill>
        <p:spPr>
          <a:xfrm>
            <a:off x="8818974" y="277990"/>
            <a:ext cx="53308" cy="52994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2"/>
          <a:stretch/>
        </p:blipFill>
        <p:spPr>
          <a:xfrm>
            <a:off x="8840298" y="320008"/>
            <a:ext cx="59580" cy="56757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/>
          <a:stretch/>
        </p:blipFill>
        <p:spPr>
          <a:xfrm>
            <a:off x="8865071" y="362971"/>
            <a:ext cx="53622" cy="43274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8763000" cy="2571750"/>
          </a:xfrm>
          <a:prstGeom prst="rect">
            <a:avLst/>
          </a:prstGeom>
          <a:noFill/>
          <a:ln/>
        </p:spPr>
      </p:sp>
      <p:sp>
        <p:nvSpPr>
          <p:cNvPr id="49" name="Shape 3"/>
          <p:cNvSpPr/>
          <p:nvPr/>
        </p:nvSpPr>
        <p:spPr>
          <a:xfrm>
            <a:off x="190500" y="333375"/>
            <a:ext cx="4948238" cy="466725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190500" y="333375"/>
            <a:ext cx="4048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1" name="Text 5"/>
          <p:cNvSpPr/>
          <p:nvPr/>
        </p:nvSpPr>
        <p:spPr>
          <a:xfrm>
            <a:off x="190500" y="5334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52" name="Shape 6"/>
          <p:cNvSpPr/>
          <p:nvPr/>
        </p:nvSpPr>
        <p:spPr>
          <a:xfrm>
            <a:off x="190500" y="1276350"/>
            <a:ext cx="8763000" cy="1628775"/>
          </a:xfrm>
          <a:prstGeom prst="rect">
            <a:avLst/>
          </a:prstGeom>
          <a:noFill/>
          <a:ln/>
        </p:spPr>
      </p:sp>
      <p:sp>
        <p:nvSpPr>
          <p:cNvPr id="53" name="Shape 7"/>
          <p:cNvSpPr/>
          <p:nvPr/>
        </p:nvSpPr>
        <p:spPr>
          <a:xfrm>
            <a:off x="190500" y="1276350"/>
            <a:ext cx="3676650" cy="1628775"/>
          </a:xfrm>
          <a:prstGeom prst="rect">
            <a:avLst/>
          </a:prstGeom>
          <a:noFill/>
          <a:ln/>
        </p:spPr>
      </p:sp>
      <p:sp>
        <p:nvSpPr>
          <p:cNvPr id="54" name="Shape 8"/>
          <p:cNvSpPr/>
          <p:nvPr/>
        </p:nvSpPr>
        <p:spPr>
          <a:xfrm>
            <a:off x="190500" y="1276350"/>
            <a:ext cx="3676650" cy="352425"/>
          </a:xfrm>
          <a:prstGeom prst="rect">
            <a:avLst/>
          </a:prstGeom>
          <a:noFill/>
          <a:ln/>
        </p:spPr>
      </p:sp>
      <p:sp>
        <p:nvSpPr>
          <p:cNvPr id="55" name="Text 9"/>
          <p:cNvSpPr/>
          <p:nvPr/>
        </p:nvSpPr>
        <p:spPr>
          <a:xfrm>
            <a:off x="190500" y="1276350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Подзаголовк</a:t>
            </a:r>
            <a:endParaRPr lang="en-US" sz="1639" dirty="0"/>
          </a:p>
        </p:txBody>
      </p:sp>
      <p:sp>
        <p:nvSpPr>
          <p:cNvPr id="56" name="Text 10"/>
          <p:cNvSpPr/>
          <p:nvPr/>
        </p:nvSpPr>
        <p:spPr>
          <a:xfrm>
            <a:off x="190500" y="1524000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7" name="Shape 11"/>
          <p:cNvSpPr/>
          <p:nvPr/>
        </p:nvSpPr>
        <p:spPr>
          <a:xfrm>
            <a:off x="190500" y="1914525"/>
            <a:ext cx="3676650" cy="352425"/>
          </a:xfrm>
          <a:prstGeom prst="rect">
            <a:avLst/>
          </a:prstGeom>
          <a:noFill/>
          <a:ln/>
        </p:spPr>
      </p:sp>
      <p:sp>
        <p:nvSpPr>
          <p:cNvPr id="58" name="Text 12"/>
          <p:cNvSpPr/>
          <p:nvPr/>
        </p:nvSpPr>
        <p:spPr>
          <a:xfrm>
            <a:off x="190500" y="1914525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Подзаголовк</a:t>
            </a:r>
            <a:endParaRPr lang="en-US" sz="1639" dirty="0"/>
          </a:p>
        </p:txBody>
      </p:sp>
      <p:sp>
        <p:nvSpPr>
          <p:cNvPr id="59" name="Text 13"/>
          <p:cNvSpPr/>
          <p:nvPr/>
        </p:nvSpPr>
        <p:spPr>
          <a:xfrm>
            <a:off x="190500" y="2162175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0" name="Shape 14"/>
          <p:cNvSpPr/>
          <p:nvPr/>
        </p:nvSpPr>
        <p:spPr>
          <a:xfrm>
            <a:off x="190500" y="2552700"/>
            <a:ext cx="3676650" cy="352425"/>
          </a:xfrm>
          <a:prstGeom prst="rect">
            <a:avLst/>
          </a:prstGeom>
          <a:noFill/>
          <a:ln/>
        </p:spPr>
      </p:sp>
      <p:sp>
        <p:nvSpPr>
          <p:cNvPr id="61" name="Text 15"/>
          <p:cNvSpPr/>
          <p:nvPr/>
        </p:nvSpPr>
        <p:spPr>
          <a:xfrm>
            <a:off x="190500" y="2552700"/>
            <a:ext cx="3676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Подзаголовк</a:t>
            </a:r>
            <a:endParaRPr lang="en-US" sz="1639" dirty="0"/>
          </a:p>
        </p:txBody>
      </p:sp>
      <p:sp>
        <p:nvSpPr>
          <p:cNvPr id="62" name="Text 16"/>
          <p:cNvSpPr/>
          <p:nvPr/>
        </p:nvSpPr>
        <p:spPr>
          <a:xfrm>
            <a:off x="190500" y="2800350"/>
            <a:ext cx="3676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pic>
        <p:nvPicPr>
          <p:cNvPr id="63" name="Image 44" descr="preencoded.png"/>
          <p:cNvPicPr>
            <a:picLocks noChangeAspect="1"/>
          </p:cNvPicPr>
          <p:nvPr/>
        </p:nvPicPr>
        <p:blipFill>
          <a:blip r:embed="rId45"/>
          <a:srcRect b="8917"/>
          <a:stretch/>
        </p:blipFill>
        <p:spPr>
          <a:xfrm>
            <a:off x="4657725" y="1057275"/>
            <a:ext cx="4486275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b="-5"/>
          <a:stretch/>
        </p:blipFill>
        <p:spPr>
          <a:xfrm>
            <a:off x="8889843" y="436034"/>
            <a:ext cx="16306" cy="388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908031" y="445126"/>
            <a:ext cx="15365" cy="225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485638" y="445126"/>
            <a:ext cx="15365" cy="225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8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8617059" y="428163"/>
            <a:ext cx="23871" cy="1107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8644883" y="412565"/>
            <a:ext cx="9399" cy="10092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8670651" y="500946"/>
            <a:ext cx="11916" cy="14422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4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8670651" y="477427"/>
            <a:ext cx="11916" cy="17622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8688838" y="479310"/>
            <a:ext cx="10975" cy="16055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401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51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8673837" y="553647"/>
            <a:ext cx="46661" cy="9232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6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5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6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5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8491283" y="556133"/>
            <a:ext cx="64911" cy="64596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 r="-2" b="2"/>
          <a:stretch/>
        </p:blipFill>
        <p:spPr>
          <a:xfrm>
            <a:off x="8602483" y="634515"/>
            <a:ext cx="52924" cy="49574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 r="-2" b="2"/>
          <a:stretch/>
        </p:blipFill>
        <p:spPr>
          <a:xfrm>
            <a:off x="8729997" y="632403"/>
            <a:ext cx="51895" cy="49723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8784166" y="596898"/>
            <a:ext cx="58639" cy="66163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8458357" y="356071"/>
            <a:ext cx="50843" cy="58010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7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6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 r="-2" b="2"/>
          <a:stretch/>
        </p:blipFill>
        <p:spPr>
          <a:xfrm>
            <a:off x="8570932" y="240139"/>
            <a:ext cx="54407" cy="55411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8625496" y="222484"/>
            <a:ext cx="46410" cy="53620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8676923" y="221545"/>
            <a:ext cx="43588" cy="47662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7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8767860" y="244748"/>
            <a:ext cx="63343" cy="63968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-4"/>
          <a:stretch/>
        </p:blipFill>
        <p:spPr>
          <a:xfrm>
            <a:off x="8818974" y="277988"/>
            <a:ext cx="53308" cy="52997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840298" y="320008"/>
            <a:ext cx="59580" cy="56759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8865071" y="362969"/>
            <a:ext cx="53622" cy="43272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8763000" cy="2847975"/>
          </a:xfrm>
          <a:prstGeom prst="rect">
            <a:avLst/>
          </a:prstGeom>
          <a:noFill/>
          <a:ln/>
        </p:spPr>
      </p:sp>
      <p:sp>
        <p:nvSpPr>
          <p:cNvPr id="49" name="Shape 3"/>
          <p:cNvSpPr/>
          <p:nvPr/>
        </p:nvSpPr>
        <p:spPr>
          <a:xfrm>
            <a:off x="190500" y="333375"/>
            <a:ext cx="4948238" cy="26670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190500" y="333375"/>
            <a:ext cx="49482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Загловок</a:t>
            </a:r>
            <a:endParaRPr lang="en-US" sz="2850" dirty="0"/>
          </a:p>
        </p:txBody>
      </p:sp>
      <p:sp>
        <p:nvSpPr>
          <p:cNvPr id="51" name="Shape 5"/>
          <p:cNvSpPr/>
          <p:nvPr/>
        </p:nvSpPr>
        <p:spPr>
          <a:xfrm>
            <a:off x="190500" y="885825"/>
            <a:ext cx="4452938" cy="2295525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</p:spPr>
      </p:sp>
      <p:sp>
        <p:nvSpPr>
          <p:cNvPr id="52" name="Shape 6"/>
          <p:cNvSpPr/>
          <p:nvPr/>
        </p:nvSpPr>
        <p:spPr>
          <a:xfrm>
            <a:off x="381000" y="1171575"/>
            <a:ext cx="4071938" cy="1724025"/>
          </a:xfrm>
          <a:prstGeom prst="rect">
            <a:avLst/>
          </a:prstGeom>
          <a:noFill/>
          <a:ln/>
        </p:spPr>
      </p:sp>
      <p:sp>
        <p:nvSpPr>
          <p:cNvPr id="53" name="Shape 7"/>
          <p:cNvSpPr/>
          <p:nvPr/>
        </p:nvSpPr>
        <p:spPr>
          <a:xfrm>
            <a:off x="381000" y="11715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54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171575"/>
            <a:ext cx="209550" cy="146340"/>
          </a:xfrm>
          <a:prstGeom prst="rect">
            <a:avLst/>
          </a:prstGeom>
        </p:spPr>
      </p:pic>
      <p:sp>
        <p:nvSpPr>
          <p:cNvPr id="55" name="Text 8"/>
          <p:cNvSpPr/>
          <p:nvPr/>
        </p:nvSpPr>
        <p:spPr>
          <a:xfrm>
            <a:off x="647700" y="11715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6" name="Shape 9"/>
          <p:cNvSpPr/>
          <p:nvPr/>
        </p:nvSpPr>
        <p:spPr>
          <a:xfrm>
            <a:off x="381000" y="14382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57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438275"/>
            <a:ext cx="209550" cy="146340"/>
          </a:xfrm>
          <a:prstGeom prst="rect">
            <a:avLst/>
          </a:prstGeom>
        </p:spPr>
      </p:pic>
      <p:sp>
        <p:nvSpPr>
          <p:cNvPr id="58" name="Text 10"/>
          <p:cNvSpPr/>
          <p:nvPr/>
        </p:nvSpPr>
        <p:spPr>
          <a:xfrm>
            <a:off x="647700" y="14382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59" name="Shape 11"/>
          <p:cNvSpPr/>
          <p:nvPr/>
        </p:nvSpPr>
        <p:spPr>
          <a:xfrm>
            <a:off x="381000" y="17049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0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704975"/>
            <a:ext cx="209550" cy="146340"/>
          </a:xfrm>
          <a:prstGeom prst="rect">
            <a:avLst/>
          </a:prstGeom>
        </p:spPr>
      </p:pic>
      <p:sp>
        <p:nvSpPr>
          <p:cNvPr id="61" name="Text 12"/>
          <p:cNvSpPr/>
          <p:nvPr/>
        </p:nvSpPr>
        <p:spPr>
          <a:xfrm>
            <a:off x="647700" y="17049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2" name="Shape 13"/>
          <p:cNvSpPr/>
          <p:nvPr/>
        </p:nvSpPr>
        <p:spPr>
          <a:xfrm>
            <a:off x="381000" y="19716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3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1971675"/>
            <a:ext cx="209550" cy="146340"/>
          </a:xfrm>
          <a:prstGeom prst="rect">
            <a:avLst/>
          </a:prstGeom>
        </p:spPr>
      </p:pic>
      <p:sp>
        <p:nvSpPr>
          <p:cNvPr id="64" name="Text 14"/>
          <p:cNvSpPr/>
          <p:nvPr/>
        </p:nvSpPr>
        <p:spPr>
          <a:xfrm>
            <a:off x="647700" y="19716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5" name="Shape 15"/>
          <p:cNvSpPr/>
          <p:nvPr/>
        </p:nvSpPr>
        <p:spPr>
          <a:xfrm>
            <a:off x="381000" y="22383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6" name="Image 48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238375"/>
            <a:ext cx="209550" cy="146340"/>
          </a:xfrm>
          <a:prstGeom prst="rect">
            <a:avLst/>
          </a:prstGeom>
        </p:spPr>
      </p:pic>
      <p:sp>
        <p:nvSpPr>
          <p:cNvPr id="67" name="Text 16"/>
          <p:cNvSpPr/>
          <p:nvPr/>
        </p:nvSpPr>
        <p:spPr>
          <a:xfrm>
            <a:off x="647700" y="2238375"/>
            <a:ext cx="38052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68" name="Shape 17"/>
          <p:cNvSpPr/>
          <p:nvPr/>
        </p:nvSpPr>
        <p:spPr>
          <a:xfrm>
            <a:off x="381000" y="25050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69" name="Image 49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505075"/>
            <a:ext cx="209550" cy="146340"/>
          </a:xfrm>
          <a:prstGeom prst="rect">
            <a:avLst/>
          </a:prstGeom>
        </p:spPr>
      </p:pic>
      <p:sp>
        <p:nvSpPr>
          <p:cNvPr id="70" name="Text 18"/>
          <p:cNvSpPr/>
          <p:nvPr/>
        </p:nvSpPr>
        <p:spPr>
          <a:xfrm>
            <a:off x="647700" y="2505075"/>
            <a:ext cx="381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sp>
        <p:nvSpPr>
          <p:cNvPr id="71" name="Shape 19"/>
          <p:cNvSpPr/>
          <p:nvPr/>
        </p:nvSpPr>
        <p:spPr>
          <a:xfrm>
            <a:off x="381000" y="2771775"/>
            <a:ext cx="4071938" cy="123825"/>
          </a:xfrm>
          <a:prstGeom prst="rect">
            <a:avLst/>
          </a:prstGeom>
          <a:noFill/>
          <a:ln/>
        </p:spPr>
      </p:sp>
      <p:pic>
        <p:nvPicPr>
          <p:cNvPr id="72" name="Image 50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381000" y="2771775"/>
            <a:ext cx="209550" cy="146340"/>
          </a:xfrm>
          <a:prstGeom prst="rect">
            <a:avLst/>
          </a:prstGeom>
        </p:spPr>
      </p:pic>
      <p:sp>
        <p:nvSpPr>
          <p:cNvPr id="73" name="Text 20"/>
          <p:cNvSpPr/>
          <p:nvPr/>
        </p:nvSpPr>
        <p:spPr>
          <a:xfrm>
            <a:off x="647700" y="2771775"/>
            <a:ext cx="3810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8"/>
              </a:lnSpc>
              <a:buNone/>
            </a:pPr>
            <a:r>
              <a:rPr lang="en-US" sz="1140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140" dirty="0"/>
          </a:p>
        </p:txBody>
      </p:sp>
      <p:pic>
        <p:nvPicPr>
          <p:cNvPr id="74" name="Image 51" descr="preencoded.png"/>
          <p:cNvPicPr>
            <a:picLocks noChangeAspect="1"/>
          </p:cNvPicPr>
          <p:nvPr/>
        </p:nvPicPr>
        <p:blipFill>
          <a:blip r:embed="rId46"/>
          <a:srcRect b="3359"/>
          <a:stretch/>
        </p:blipFill>
        <p:spPr>
          <a:xfrm>
            <a:off x="5238750" y="1581150"/>
            <a:ext cx="368617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2325" y="19050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72325" y="304800"/>
            <a:ext cx="1095375" cy="30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20100" y="19050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71969" y="445126"/>
            <a:ext cx="15679" cy="225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b="-5"/>
          <a:stretch/>
        </p:blipFill>
        <p:spPr>
          <a:xfrm>
            <a:off x="8889843" y="436034"/>
            <a:ext cx="16306" cy="38886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908031" y="445126"/>
            <a:ext cx="15365" cy="2258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49577" y="445126"/>
            <a:ext cx="15993" cy="2258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8485638" y="445126"/>
            <a:ext cx="15365" cy="2258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8880" y="199281"/>
            <a:ext cx="515526" cy="51552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22382" y="417100"/>
            <a:ext cx="24623" cy="1598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8617059" y="428163"/>
            <a:ext cx="23871" cy="11078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8644883" y="412565"/>
            <a:ext cx="9399" cy="10092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8670651" y="500946"/>
            <a:ext cx="11916" cy="14422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rcRect r="10" b="7"/>
          <a:stretch/>
        </p:blipFill>
        <p:spPr>
          <a:xfrm>
            <a:off x="8705772" y="501574"/>
            <a:ext cx="10034" cy="13483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8670651" y="477427"/>
            <a:ext cx="11916" cy="17622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688524" y="501258"/>
            <a:ext cx="10975" cy="14111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8688838" y="479310"/>
            <a:ext cx="10975" cy="16055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708653" y="447904"/>
            <a:ext cx="19321" cy="573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69710" y="457358"/>
            <a:ext cx="15679" cy="5018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14546" y="543401"/>
            <a:ext cx="36762" cy="759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745789" y="565330"/>
            <a:ext cx="51612" cy="10051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8673837" y="553647"/>
            <a:ext cx="46661" cy="9232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8517937" y="288336"/>
            <a:ext cx="337412" cy="337412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22"/>
          <a:srcRect r="-9"/>
          <a:stretch/>
        </p:blipFill>
        <p:spPr>
          <a:xfrm>
            <a:off x="8658108" y="436345"/>
            <a:ext cx="11603" cy="8153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670651" y="432899"/>
            <a:ext cx="15679" cy="5646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8668770" y="436345"/>
            <a:ext cx="15365" cy="5330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8461806" y="503453"/>
            <a:ext cx="60521" cy="59266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8491283" y="556133"/>
            <a:ext cx="64911" cy="64596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8538633" y="599722"/>
            <a:ext cx="63971" cy="64284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28"/>
          <a:srcRect r="-2" b="2"/>
          <a:stretch/>
        </p:blipFill>
        <p:spPr>
          <a:xfrm>
            <a:off x="8602483" y="634515"/>
            <a:ext cx="52924" cy="49574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29"/>
          <a:srcRect r="2"/>
          <a:stretch/>
        </p:blipFill>
        <p:spPr>
          <a:xfrm>
            <a:off x="8670023" y="643937"/>
            <a:ext cx="45155" cy="47978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0"/>
          <a:srcRect r="-2" b="2"/>
          <a:stretch/>
        </p:blipFill>
        <p:spPr>
          <a:xfrm>
            <a:off x="8729997" y="632403"/>
            <a:ext cx="51895" cy="49723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8784166" y="596898"/>
            <a:ext cx="58639" cy="66163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8824618" y="552059"/>
            <a:ext cx="64911" cy="64284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8862895" y="503453"/>
            <a:ext cx="49918" cy="49988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8458357" y="356071"/>
            <a:ext cx="50843" cy="58010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8481248" y="306837"/>
            <a:ext cx="64284" cy="63657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8519818" y="262626"/>
            <a:ext cx="64911" cy="65224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7"/>
          <a:srcRect r="-2" b="2"/>
          <a:stretch/>
        </p:blipFill>
        <p:spPr>
          <a:xfrm>
            <a:off x="8570932" y="240139"/>
            <a:ext cx="54407" cy="55411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8625496" y="222484"/>
            <a:ext cx="46410" cy="53620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8676923" y="221545"/>
            <a:ext cx="43588" cy="47662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8725982" y="231032"/>
            <a:ext cx="50031" cy="49267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8767860" y="244748"/>
            <a:ext cx="63343" cy="63968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42"/>
          <a:srcRect r="2" b="-4"/>
          <a:stretch/>
        </p:blipFill>
        <p:spPr>
          <a:xfrm>
            <a:off x="8818974" y="277988"/>
            <a:ext cx="53308" cy="52997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43"/>
          <a:srcRect b="-2"/>
          <a:stretch/>
        </p:blipFill>
        <p:spPr>
          <a:xfrm>
            <a:off x="8840298" y="320008"/>
            <a:ext cx="59580" cy="56759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8865071" y="362969"/>
            <a:ext cx="53622" cy="43272"/>
          </a:xfrm>
          <a:prstGeom prst="rect">
            <a:avLst/>
          </a:prstGeom>
        </p:spPr>
      </p:pic>
      <p:sp>
        <p:nvSpPr>
          <p:cNvPr id="48" name="Shape 2"/>
          <p:cNvSpPr/>
          <p:nvPr/>
        </p:nvSpPr>
        <p:spPr>
          <a:xfrm>
            <a:off x="190500" y="333375"/>
            <a:ext cx="6186488" cy="3086100"/>
          </a:xfrm>
          <a:prstGeom prst="rect">
            <a:avLst/>
          </a:prstGeom>
          <a:noFill/>
          <a:ln/>
        </p:spPr>
      </p:sp>
      <p:sp>
        <p:nvSpPr>
          <p:cNvPr id="49" name="Text 3"/>
          <p:cNvSpPr/>
          <p:nvPr/>
        </p:nvSpPr>
        <p:spPr>
          <a:xfrm>
            <a:off x="190500" y="333375"/>
            <a:ext cx="6186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2850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Заголовок</a:t>
            </a:r>
            <a:endParaRPr lang="en-US" sz="2850" dirty="0"/>
          </a:p>
        </p:txBody>
      </p:sp>
      <p:sp>
        <p:nvSpPr>
          <p:cNvPr id="50" name="Shape 4"/>
          <p:cNvSpPr/>
          <p:nvPr/>
        </p:nvSpPr>
        <p:spPr>
          <a:xfrm>
            <a:off x="190500" y="1076325"/>
            <a:ext cx="6143625" cy="2343150"/>
          </a:xfrm>
          <a:prstGeom prst="rect">
            <a:avLst/>
          </a:prstGeom>
          <a:noFill/>
          <a:ln/>
        </p:spPr>
      </p:sp>
      <p:sp>
        <p:nvSpPr>
          <p:cNvPr id="51" name="Shape 5"/>
          <p:cNvSpPr/>
          <p:nvPr/>
        </p:nvSpPr>
        <p:spPr>
          <a:xfrm>
            <a:off x="190500" y="1076325"/>
            <a:ext cx="5610225" cy="152400"/>
          </a:xfrm>
          <a:prstGeom prst="rect">
            <a:avLst/>
          </a:prstGeom>
          <a:noFill/>
          <a:ln/>
        </p:spPr>
      </p:sp>
      <p:pic>
        <p:nvPicPr>
          <p:cNvPr id="52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152525"/>
            <a:ext cx="209550" cy="140280"/>
          </a:xfrm>
          <a:prstGeom prst="rect">
            <a:avLst/>
          </a:prstGeom>
        </p:spPr>
      </p:pic>
      <p:sp>
        <p:nvSpPr>
          <p:cNvPr id="53" name="Text 6"/>
          <p:cNvSpPr/>
          <p:nvPr/>
        </p:nvSpPr>
        <p:spPr>
          <a:xfrm>
            <a:off x="476250" y="10763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54" name="Shape 7"/>
          <p:cNvSpPr/>
          <p:nvPr/>
        </p:nvSpPr>
        <p:spPr>
          <a:xfrm>
            <a:off x="190500" y="1514475"/>
            <a:ext cx="6143625" cy="152400"/>
          </a:xfrm>
          <a:prstGeom prst="rect">
            <a:avLst/>
          </a:prstGeom>
          <a:noFill/>
          <a:ln/>
        </p:spPr>
      </p:sp>
      <p:pic>
        <p:nvPicPr>
          <p:cNvPr id="55" name="Image 45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1590675"/>
            <a:ext cx="209550" cy="140280"/>
          </a:xfrm>
          <a:prstGeom prst="rect">
            <a:avLst/>
          </a:prstGeom>
        </p:spPr>
      </p:pic>
      <p:sp>
        <p:nvSpPr>
          <p:cNvPr id="56" name="Text 8"/>
          <p:cNvSpPr/>
          <p:nvPr/>
        </p:nvSpPr>
        <p:spPr>
          <a:xfrm>
            <a:off x="476250" y="151447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57" name="Shape 9"/>
          <p:cNvSpPr/>
          <p:nvPr/>
        </p:nvSpPr>
        <p:spPr>
          <a:xfrm>
            <a:off x="190500" y="1952625"/>
            <a:ext cx="5553075" cy="152400"/>
          </a:xfrm>
          <a:prstGeom prst="rect">
            <a:avLst/>
          </a:prstGeom>
          <a:noFill/>
          <a:ln/>
        </p:spPr>
      </p:sp>
      <p:pic>
        <p:nvPicPr>
          <p:cNvPr id="58" name="Image 46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028825"/>
            <a:ext cx="209550" cy="140280"/>
          </a:xfrm>
          <a:prstGeom prst="rect">
            <a:avLst/>
          </a:prstGeom>
        </p:spPr>
      </p:pic>
      <p:sp>
        <p:nvSpPr>
          <p:cNvPr id="59" name="Text 10"/>
          <p:cNvSpPr/>
          <p:nvPr/>
        </p:nvSpPr>
        <p:spPr>
          <a:xfrm>
            <a:off x="476250" y="19526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60" name="Shape 11"/>
          <p:cNvSpPr/>
          <p:nvPr/>
        </p:nvSpPr>
        <p:spPr>
          <a:xfrm>
            <a:off x="190500" y="2390775"/>
            <a:ext cx="5095875" cy="152400"/>
          </a:xfrm>
          <a:prstGeom prst="rect">
            <a:avLst/>
          </a:prstGeom>
          <a:noFill/>
          <a:ln/>
        </p:spPr>
      </p:sp>
      <p:pic>
        <p:nvPicPr>
          <p:cNvPr id="61" name="Image 47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466975"/>
            <a:ext cx="209550" cy="140280"/>
          </a:xfrm>
          <a:prstGeom prst="rect">
            <a:avLst/>
          </a:prstGeom>
        </p:spPr>
      </p:pic>
      <p:sp>
        <p:nvSpPr>
          <p:cNvPr id="62" name="Text 12"/>
          <p:cNvSpPr/>
          <p:nvPr/>
        </p:nvSpPr>
        <p:spPr>
          <a:xfrm>
            <a:off x="476250" y="239077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63" name="Shape 13"/>
          <p:cNvSpPr/>
          <p:nvPr/>
        </p:nvSpPr>
        <p:spPr>
          <a:xfrm>
            <a:off x="190500" y="2828925"/>
            <a:ext cx="5614988" cy="152400"/>
          </a:xfrm>
          <a:prstGeom prst="rect">
            <a:avLst/>
          </a:prstGeom>
          <a:noFill/>
          <a:ln/>
        </p:spPr>
      </p:sp>
      <p:pic>
        <p:nvPicPr>
          <p:cNvPr id="64" name="Image 48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2905125"/>
            <a:ext cx="209550" cy="140280"/>
          </a:xfrm>
          <a:prstGeom prst="rect">
            <a:avLst/>
          </a:prstGeom>
        </p:spPr>
      </p:pic>
      <p:sp>
        <p:nvSpPr>
          <p:cNvPr id="65" name="Text 14"/>
          <p:cNvSpPr/>
          <p:nvPr/>
        </p:nvSpPr>
        <p:spPr>
          <a:xfrm>
            <a:off x="476250" y="28289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sp>
        <p:nvSpPr>
          <p:cNvPr id="66" name="Shape 15"/>
          <p:cNvSpPr/>
          <p:nvPr/>
        </p:nvSpPr>
        <p:spPr>
          <a:xfrm>
            <a:off x="190500" y="3267075"/>
            <a:ext cx="6000750" cy="152400"/>
          </a:xfrm>
          <a:prstGeom prst="rect">
            <a:avLst/>
          </a:prstGeom>
          <a:noFill/>
          <a:ln/>
        </p:spPr>
      </p:sp>
      <p:pic>
        <p:nvPicPr>
          <p:cNvPr id="67" name="Image 49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190500" y="3343275"/>
            <a:ext cx="209550" cy="140280"/>
          </a:xfrm>
          <a:prstGeom prst="rect">
            <a:avLst/>
          </a:prstGeom>
        </p:spPr>
      </p:pic>
      <p:sp>
        <p:nvSpPr>
          <p:cNvPr id="68" name="Text 16"/>
          <p:cNvSpPr/>
          <p:nvPr/>
        </p:nvSpPr>
        <p:spPr>
          <a:xfrm>
            <a:off x="476250" y="326707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5"/>
              </a:lnSpc>
              <a:buNone/>
            </a:pPr>
            <a:r>
              <a:rPr lang="en-US" sz="1639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текст</a:t>
            </a:r>
            <a:endParaRPr lang="en-US" sz="1639" dirty="0"/>
          </a:p>
        </p:txBody>
      </p:sp>
      <p:pic>
        <p:nvPicPr>
          <p:cNvPr id="69" name="Image 50" descr="preencoded.png"/>
          <p:cNvPicPr>
            <a:picLocks noChangeAspect="1"/>
          </p:cNvPicPr>
          <p:nvPr/>
        </p:nvPicPr>
        <p:blipFill>
          <a:blip r:embed="rId46"/>
          <a:srcRect b="8672"/>
          <a:stretch/>
        </p:blipFill>
        <p:spPr>
          <a:xfrm>
            <a:off x="5510213" y="1933575"/>
            <a:ext cx="3514725" cy="3209925"/>
          </a:xfrm>
          <a:prstGeom prst="rect">
            <a:avLst/>
          </a:prstGeom>
        </p:spPr>
      </p:pic>
      <p:sp>
        <p:nvSpPr>
          <p:cNvPr id="70" name="Shape 17"/>
          <p:cNvSpPr/>
          <p:nvPr/>
        </p:nvSpPr>
        <p:spPr>
          <a:xfrm>
            <a:off x="190500" y="4562475"/>
            <a:ext cx="842963" cy="390525"/>
          </a:xfrm>
          <a:prstGeom prst="roundRect">
            <a:avLst>
              <a:gd name="adj" fmla="val 93659"/>
            </a:avLst>
          </a:prstGeom>
          <a:solidFill>
            <a:srgbClr val="FFFFFF"/>
          </a:solidFill>
          <a:ln/>
        </p:spPr>
      </p:sp>
      <p:sp>
        <p:nvSpPr>
          <p:cNvPr id="71" name="Text 18"/>
          <p:cNvSpPr/>
          <p:nvPr/>
        </p:nvSpPr>
        <p:spPr>
          <a:xfrm>
            <a:off x="333375" y="4705350"/>
            <a:ext cx="5572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2942BB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Сноска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4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61950"/>
            <a:ext cx="3757613" cy="36004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28625" y="361950"/>
            <a:ext cx="1781175" cy="533400"/>
          </a:xfrm>
          <a:prstGeom prst="rect">
            <a:avLst/>
          </a:prstGeom>
          <a:noFill/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625" y="476250"/>
            <a:ext cx="1095375" cy="30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76400" y="361950"/>
            <a:ext cx="533400" cy="533400"/>
          </a:xfrm>
          <a:prstGeom prst="rect">
            <a:avLst/>
          </a:prstGeom>
          <a:noFill/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b="-9"/>
          <a:stretch/>
        </p:blipFill>
        <p:spPr>
          <a:xfrm>
            <a:off x="2128269" y="616576"/>
            <a:ext cx="15679" cy="2258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46143" y="607484"/>
            <a:ext cx="16306" cy="3888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2164331" y="616576"/>
            <a:ext cx="15365" cy="2258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05877" y="616576"/>
            <a:ext cx="15993" cy="2258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rcRect b="-9"/>
          <a:stretch/>
        </p:blipFill>
        <p:spPr>
          <a:xfrm>
            <a:off x="1741938" y="616576"/>
            <a:ext cx="15365" cy="2258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685180" y="370731"/>
            <a:ext cx="515526" cy="515527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rcRect b="-6"/>
          <a:stretch/>
        </p:blipFill>
        <p:spPr>
          <a:xfrm>
            <a:off x="1878682" y="588550"/>
            <a:ext cx="24623" cy="15980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 b="9"/>
          <a:stretch/>
        </p:blipFill>
        <p:spPr>
          <a:xfrm>
            <a:off x="1873359" y="599613"/>
            <a:ext cx="23871" cy="11078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1"/>
          <a:srcRect b="30"/>
          <a:stretch/>
        </p:blipFill>
        <p:spPr>
          <a:xfrm>
            <a:off x="1901183" y="584015"/>
            <a:ext cx="9399" cy="10092"/>
          </a:xfrm>
          <a:prstGeom prst="rect">
            <a:avLst/>
          </a:prstGeom>
        </p:spPr>
      </p:pic>
      <p:pic>
        <p:nvPicPr>
          <p:cNvPr id="15" name="Image 10" descr="preencoded.png"/>
          <p:cNvPicPr>
            <a:picLocks noChangeAspect="1"/>
          </p:cNvPicPr>
          <p:nvPr/>
        </p:nvPicPr>
        <p:blipFill>
          <a:blip r:embed="rId12"/>
          <a:srcRect b="21"/>
          <a:stretch/>
        </p:blipFill>
        <p:spPr>
          <a:xfrm>
            <a:off x="1926951" y="672396"/>
            <a:ext cx="11916" cy="14422"/>
          </a:xfrm>
          <a:prstGeom prst="rect">
            <a:avLst/>
          </a:prstGeom>
        </p:spPr>
      </p:pic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rcRect b="7"/>
          <a:stretch/>
        </p:blipFill>
        <p:spPr>
          <a:xfrm>
            <a:off x="1962072" y="673024"/>
            <a:ext cx="10035" cy="13483"/>
          </a:xfrm>
          <a:prstGeom prst="rect">
            <a:avLst/>
          </a:prstGeom>
        </p:spPr>
      </p:pic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4"/>
          <a:srcRect b="11"/>
          <a:stretch/>
        </p:blipFill>
        <p:spPr>
          <a:xfrm>
            <a:off x="1926951" y="648877"/>
            <a:ext cx="11916" cy="17622"/>
          </a:xfrm>
          <a:prstGeom prst="rect">
            <a:avLst/>
          </a:prstGeom>
        </p:spPr>
      </p:pic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944825" y="672708"/>
            <a:ext cx="10975" cy="14111"/>
          </a:xfrm>
          <a:prstGeom prst="rect">
            <a:avLst/>
          </a:prstGeom>
        </p:spPr>
      </p:pic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4"/>
          <a:srcRect b="12"/>
          <a:stretch/>
        </p:blipFill>
        <p:spPr>
          <a:xfrm>
            <a:off x="1945138" y="650760"/>
            <a:ext cx="10975" cy="16055"/>
          </a:xfrm>
          <a:prstGeom prst="rect">
            <a:avLst/>
          </a:prstGeom>
        </p:spPr>
      </p:pic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964953" y="619354"/>
            <a:ext cx="19320" cy="5739"/>
          </a:xfrm>
          <a:prstGeom prst="rect">
            <a:avLst/>
          </a:prstGeom>
        </p:spPr>
      </p:pic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rcRect b="-20"/>
          <a:stretch/>
        </p:blipFill>
        <p:spPr>
          <a:xfrm>
            <a:off x="1926010" y="628808"/>
            <a:ext cx="15679" cy="5018"/>
          </a:xfrm>
          <a:prstGeom prst="rect">
            <a:avLst/>
          </a:prstGeom>
        </p:spPr>
      </p:pic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870846" y="714851"/>
            <a:ext cx="36762" cy="7590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9"/>
          <a:srcRect b="-20"/>
          <a:stretch/>
        </p:blipFill>
        <p:spPr>
          <a:xfrm>
            <a:off x="2002089" y="736780"/>
            <a:ext cx="51611" cy="10051"/>
          </a:xfrm>
          <a:prstGeom prst="rect">
            <a:avLst/>
          </a:prstGeom>
        </p:spPr>
      </p:pic>
      <p:pic>
        <p:nvPicPr>
          <p:cNvPr id="24" name="Image 19" descr="preencoded.png"/>
          <p:cNvPicPr>
            <a:picLocks noChangeAspect="1"/>
          </p:cNvPicPr>
          <p:nvPr/>
        </p:nvPicPr>
        <p:blipFill>
          <a:blip r:embed="rId20"/>
          <a:srcRect r="2" b="-33"/>
          <a:stretch/>
        </p:blipFill>
        <p:spPr>
          <a:xfrm>
            <a:off x="1930137" y="725097"/>
            <a:ext cx="46661" cy="9232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774237" y="459786"/>
            <a:ext cx="337412" cy="337412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1914408" y="607795"/>
            <a:ext cx="11602" cy="8153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23"/>
          <a:srcRect b="-35"/>
          <a:stretch/>
        </p:blipFill>
        <p:spPr>
          <a:xfrm>
            <a:off x="1926951" y="604349"/>
            <a:ext cx="15679" cy="5646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rcRect b="19"/>
          <a:stretch/>
        </p:blipFill>
        <p:spPr>
          <a:xfrm>
            <a:off x="1925069" y="607795"/>
            <a:ext cx="15365" cy="5330"/>
          </a:xfrm>
          <a:prstGeom prst="rect">
            <a:avLst/>
          </a:prstGeom>
        </p:spPr>
      </p:pic>
      <p:pic>
        <p:nvPicPr>
          <p:cNvPr id="29" name="Image 24" descr="preencoded.png"/>
          <p:cNvPicPr>
            <a:picLocks noChangeAspect="1"/>
          </p:cNvPicPr>
          <p:nvPr/>
        </p:nvPicPr>
        <p:blipFill>
          <a:blip r:embed="rId25"/>
          <a:srcRect b="2"/>
          <a:stretch/>
        </p:blipFill>
        <p:spPr>
          <a:xfrm>
            <a:off x="1718106" y="674903"/>
            <a:ext cx="60521" cy="59266"/>
          </a:xfrm>
          <a:prstGeom prst="rect">
            <a:avLst/>
          </a:prstGeom>
        </p:spPr>
      </p:pic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26"/>
          <a:srcRect b="3"/>
          <a:stretch/>
        </p:blipFill>
        <p:spPr>
          <a:xfrm>
            <a:off x="1747583" y="727583"/>
            <a:ext cx="64911" cy="64596"/>
          </a:xfrm>
          <a:prstGeom prst="rect">
            <a:avLst/>
          </a:prstGeom>
        </p:spPr>
      </p:pic>
      <p:pic>
        <p:nvPicPr>
          <p:cNvPr id="31" name="Image 26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1794933" y="771172"/>
            <a:ext cx="63971" cy="64284"/>
          </a:xfrm>
          <a:prstGeom prst="rect">
            <a:avLst/>
          </a:prstGeom>
        </p:spPr>
      </p:pic>
      <p:pic>
        <p:nvPicPr>
          <p:cNvPr id="32" name="Image 27" descr="preencoded.png"/>
          <p:cNvPicPr>
            <a:picLocks noChangeAspect="1"/>
          </p:cNvPicPr>
          <p:nvPr/>
        </p:nvPicPr>
        <p:blipFill>
          <a:blip r:embed="rId28"/>
          <a:srcRect b="2"/>
          <a:stretch/>
        </p:blipFill>
        <p:spPr>
          <a:xfrm>
            <a:off x="1858783" y="805965"/>
            <a:ext cx="52923" cy="49574"/>
          </a:xfrm>
          <a:prstGeom prst="rect">
            <a:avLst/>
          </a:prstGeom>
        </p:spPr>
      </p:pic>
      <p:pic>
        <p:nvPicPr>
          <p:cNvPr id="33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1926323" y="815387"/>
            <a:ext cx="45156" cy="47978"/>
          </a:xfrm>
          <a:prstGeom prst="rect">
            <a:avLst/>
          </a:prstGeom>
        </p:spPr>
      </p:pic>
      <p:pic>
        <p:nvPicPr>
          <p:cNvPr id="34" name="Image 29" descr="preencoded.png"/>
          <p:cNvPicPr>
            <a:picLocks noChangeAspect="1"/>
          </p:cNvPicPr>
          <p:nvPr/>
        </p:nvPicPr>
        <p:blipFill>
          <a:blip r:embed="rId30"/>
          <a:srcRect b="2"/>
          <a:stretch/>
        </p:blipFill>
        <p:spPr>
          <a:xfrm>
            <a:off x="1986297" y="803853"/>
            <a:ext cx="51894" cy="49723"/>
          </a:xfrm>
          <a:prstGeom prst="rect">
            <a:avLst/>
          </a:prstGeom>
        </p:spPr>
      </p:pic>
      <p:pic>
        <p:nvPicPr>
          <p:cNvPr id="35" name="Image 30" descr="preencoded.png"/>
          <p:cNvPicPr>
            <a:picLocks noChangeAspect="1"/>
          </p:cNvPicPr>
          <p:nvPr/>
        </p:nvPicPr>
        <p:blipFill>
          <a:blip r:embed="rId31"/>
          <a:srcRect r="2" b="3"/>
          <a:stretch/>
        </p:blipFill>
        <p:spPr>
          <a:xfrm>
            <a:off x="2040467" y="768348"/>
            <a:ext cx="58639" cy="66163"/>
          </a:xfrm>
          <a:prstGeom prst="rect">
            <a:avLst/>
          </a:prstGeom>
        </p:spPr>
      </p:pic>
      <p:pic>
        <p:nvPicPr>
          <p:cNvPr id="36" name="Image 31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2080919" y="723509"/>
            <a:ext cx="64911" cy="64284"/>
          </a:xfrm>
          <a:prstGeom prst="rect">
            <a:avLst/>
          </a:prstGeom>
        </p:spPr>
      </p:pic>
      <p:pic>
        <p:nvPicPr>
          <p:cNvPr id="37" name="Image 32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2119195" y="674903"/>
            <a:ext cx="49918" cy="49988"/>
          </a:xfrm>
          <a:prstGeom prst="rect">
            <a:avLst/>
          </a:prstGeom>
        </p:spPr>
      </p:pic>
      <p:pic>
        <p:nvPicPr>
          <p:cNvPr id="38" name="Image 33" descr="preencoded.png"/>
          <p:cNvPicPr>
            <a:picLocks noChangeAspect="1"/>
          </p:cNvPicPr>
          <p:nvPr/>
        </p:nvPicPr>
        <p:blipFill>
          <a:blip r:embed="rId34"/>
          <a:srcRect b="3"/>
          <a:stretch/>
        </p:blipFill>
        <p:spPr>
          <a:xfrm>
            <a:off x="1714657" y="527521"/>
            <a:ext cx="50843" cy="58010"/>
          </a:xfrm>
          <a:prstGeom prst="rect">
            <a:avLst/>
          </a:prstGeom>
        </p:spPr>
      </p:pic>
      <p:pic>
        <p:nvPicPr>
          <p:cNvPr id="39" name="Image 34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1737548" y="478287"/>
            <a:ext cx="64284" cy="63657"/>
          </a:xfrm>
          <a:prstGeom prst="rect">
            <a:avLst/>
          </a:prstGeom>
        </p:spPr>
      </p:pic>
      <p:pic>
        <p:nvPicPr>
          <p:cNvPr id="40" name="Image 35" descr="preencoded.png"/>
          <p:cNvPicPr>
            <a:picLocks noChangeAspect="1"/>
          </p:cNvPicPr>
          <p:nvPr/>
        </p:nvPicPr>
        <p:blipFill>
          <a:blip r:embed="rId36"/>
          <a:srcRect b="2"/>
          <a:stretch/>
        </p:blipFill>
        <p:spPr>
          <a:xfrm>
            <a:off x="1776119" y="434076"/>
            <a:ext cx="64911" cy="65224"/>
          </a:xfrm>
          <a:prstGeom prst="rect">
            <a:avLst/>
          </a:prstGeom>
        </p:spPr>
      </p:pic>
      <p:pic>
        <p:nvPicPr>
          <p:cNvPr id="41" name="Image 36" descr="preencoded.png"/>
          <p:cNvPicPr>
            <a:picLocks noChangeAspect="1"/>
          </p:cNvPicPr>
          <p:nvPr/>
        </p:nvPicPr>
        <p:blipFill>
          <a:blip r:embed="rId37"/>
          <a:srcRect b="2"/>
          <a:stretch/>
        </p:blipFill>
        <p:spPr>
          <a:xfrm>
            <a:off x="1827232" y="411589"/>
            <a:ext cx="54406" cy="55411"/>
          </a:xfrm>
          <a:prstGeom prst="rect">
            <a:avLst/>
          </a:prstGeom>
        </p:spPr>
      </p:pic>
      <p:pic>
        <p:nvPicPr>
          <p:cNvPr id="42" name="Image 37" descr="preencoded.png"/>
          <p:cNvPicPr>
            <a:picLocks noChangeAspect="1"/>
          </p:cNvPicPr>
          <p:nvPr/>
        </p:nvPicPr>
        <p:blipFill>
          <a:blip r:embed="rId38"/>
          <a:srcRect b="4"/>
          <a:stretch/>
        </p:blipFill>
        <p:spPr>
          <a:xfrm>
            <a:off x="1881795" y="393934"/>
            <a:ext cx="46410" cy="53620"/>
          </a:xfrm>
          <a:prstGeom prst="rect">
            <a:avLst/>
          </a:prstGeom>
        </p:spPr>
      </p:pic>
      <p:pic>
        <p:nvPicPr>
          <p:cNvPr id="43" name="Image 38" descr="preencoded.png"/>
          <p:cNvPicPr>
            <a:picLocks noChangeAspect="1"/>
          </p:cNvPicPr>
          <p:nvPr/>
        </p:nvPicPr>
        <p:blipFill>
          <a:blip r:embed="rId39"/>
          <a:srcRect b="4"/>
          <a:stretch/>
        </p:blipFill>
        <p:spPr>
          <a:xfrm>
            <a:off x="1933222" y="392995"/>
            <a:ext cx="43588" cy="47662"/>
          </a:xfrm>
          <a:prstGeom prst="rect">
            <a:avLst/>
          </a:prstGeom>
        </p:spPr>
      </p:pic>
      <p:pic>
        <p:nvPicPr>
          <p:cNvPr id="44" name="Image 39" descr="preencoded.png"/>
          <p:cNvPicPr>
            <a:picLocks noChangeAspect="1"/>
          </p:cNvPicPr>
          <p:nvPr/>
        </p:nvPicPr>
        <p:blipFill>
          <a:blip r:embed="rId40"/>
          <a:srcRect/>
          <a:stretch/>
        </p:blipFill>
        <p:spPr>
          <a:xfrm>
            <a:off x="1982283" y="402482"/>
            <a:ext cx="50031" cy="49267"/>
          </a:xfrm>
          <a:prstGeom prst="rect">
            <a:avLst/>
          </a:prstGeom>
        </p:spPr>
      </p:pic>
      <p:pic>
        <p:nvPicPr>
          <p:cNvPr id="45" name="Image 40" descr="preencoded.png"/>
          <p:cNvPicPr>
            <a:picLocks noChangeAspect="1"/>
          </p:cNvPicPr>
          <p:nvPr/>
        </p:nvPicPr>
        <p:blipFill>
          <a:blip r:embed="rId41"/>
          <a:srcRect b="3"/>
          <a:stretch/>
        </p:blipFill>
        <p:spPr>
          <a:xfrm>
            <a:off x="2024160" y="416198"/>
            <a:ext cx="63343" cy="63968"/>
          </a:xfrm>
          <a:prstGeom prst="rect">
            <a:avLst/>
          </a:prstGeom>
        </p:spPr>
      </p:pic>
      <p:pic>
        <p:nvPicPr>
          <p:cNvPr id="46" name="Image 41" descr="preencoded.png"/>
          <p:cNvPicPr>
            <a:picLocks noChangeAspect="1"/>
          </p:cNvPicPr>
          <p:nvPr/>
        </p:nvPicPr>
        <p:blipFill>
          <a:blip r:embed="rId42"/>
          <a:srcRect/>
          <a:stretch/>
        </p:blipFill>
        <p:spPr>
          <a:xfrm>
            <a:off x="2075274" y="449438"/>
            <a:ext cx="53309" cy="52997"/>
          </a:xfrm>
          <a:prstGeom prst="rect">
            <a:avLst/>
          </a:prstGeom>
        </p:spPr>
      </p:pic>
      <p:pic>
        <p:nvPicPr>
          <p:cNvPr id="47" name="Image 42" descr="preencoded.png"/>
          <p:cNvPicPr>
            <a:picLocks noChangeAspect="1"/>
          </p:cNvPicPr>
          <p:nvPr/>
        </p:nvPicPr>
        <p:blipFill>
          <a:blip r:embed="rId43"/>
          <a:srcRect/>
          <a:stretch/>
        </p:blipFill>
        <p:spPr>
          <a:xfrm>
            <a:off x="2096598" y="491458"/>
            <a:ext cx="59580" cy="56759"/>
          </a:xfrm>
          <a:prstGeom prst="rect">
            <a:avLst/>
          </a:prstGeom>
        </p:spPr>
      </p:pic>
      <p:pic>
        <p:nvPicPr>
          <p:cNvPr id="48" name="Image 43" descr="preencoded.png"/>
          <p:cNvPicPr>
            <a:picLocks noChangeAspect="1"/>
          </p:cNvPicPr>
          <p:nvPr/>
        </p:nvPicPr>
        <p:blipFill>
          <a:blip r:embed="rId44"/>
          <a:srcRect b="5"/>
          <a:stretch/>
        </p:blipFill>
        <p:spPr>
          <a:xfrm>
            <a:off x="2121371" y="534419"/>
            <a:ext cx="53622" cy="43272"/>
          </a:xfrm>
          <a:prstGeom prst="rect">
            <a:avLst/>
          </a:prstGeom>
        </p:spPr>
      </p:pic>
      <p:sp>
        <p:nvSpPr>
          <p:cNvPr id="49" name="Shape 3"/>
          <p:cNvSpPr/>
          <p:nvPr/>
        </p:nvSpPr>
        <p:spPr>
          <a:xfrm>
            <a:off x="428625" y="1943100"/>
            <a:ext cx="3757613" cy="400050"/>
          </a:xfrm>
          <a:prstGeom prst="rect">
            <a:avLst/>
          </a:prstGeom>
          <a:noFill/>
          <a:ln/>
        </p:spPr>
      </p:sp>
      <p:sp>
        <p:nvSpPr>
          <p:cNvPr id="50" name="Text 4"/>
          <p:cNvSpPr/>
          <p:nvPr/>
        </p:nvSpPr>
        <p:spPr>
          <a:xfrm>
            <a:off x="428625" y="1943100"/>
            <a:ext cx="6248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6"/>
              </a:lnSpc>
              <a:buNone/>
            </a:pPr>
            <a:r>
              <a:rPr lang="en-US" sz="5451" b="1" dirty="0">
                <a:solidFill>
                  <a:srgbClr val="FFFFFF">
                    <a:alpha val="99000"/>
                  </a:srgbClr>
                </a:solidFill>
                <a:latin typeface="Golos" pitchFamily="34" charset="0"/>
                <a:ea typeface="Golos" pitchFamily="34" charset="-122"/>
                <a:cs typeface="Golos" pitchFamily="34" charset="-120"/>
              </a:rPr>
              <a:t>Спасибо за внимание!
</a:t>
            </a:r>
            <a:endParaRPr lang="en-US" sz="5451" dirty="0"/>
          </a:p>
        </p:txBody>
      </p:sp>
      <p:pic>
        <p:nvPicPr>
          <p:cNvPr id="51" name="Image 44" descr="preencoded.png"/>
          <p:cNvPicPr>
            <a:picLocks noChangeAspect="1"/>
          </p:cNvPicPr>
          <p:nvPr/>
        </p:nvPicPr>
        <p:blipFill>
          <a:blip r:embed="rId45"/>
          <a:srcRect/>
          <a:stretch/>
        </p:blipFill>
        <p:spPr>
          <a:xfrm>
            <a:off x="5362575" y="2286000"/>
            <a:ext cx="3667125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Macintosh PowerPoint</Application>
  <PresentationFormat>Экран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Golos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Zlata Shushkova</cp:lastModifiedBy>
  <cp:revision>2</cp:revision>
  <dcterms:created xsi:type="dcterms:W3CDTF">2026-09-18T14:31:45Z</dcterms:created>
  <dcterms:modified xsi:type="dcterms:W3CDTF">2026-09-18T14:36:33Z</dcterms:modified>
</cp:coreProperties>
</file>