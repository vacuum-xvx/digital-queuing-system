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POSTCODE CHALLENGE 2026 • ПОЧТА РОССИИ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очередь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нового поколения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Высоконадежный движок управления потоками клиентов: детерминизм вызова, Outbox-нотификации и отказоустойчивость 99.9%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«5 указателей»  |  Платформа: Go 1.24 + PostgreSQL 17 + React 19  |  https://pointers-team.tech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АРХИТЕКТУРНЫЙ ВЫЗОВ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проблемы традиционных систем очередей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Конфликт источников талонов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Предварительная запись, QR-коды и живая очередь конкурируют за окна операторов. Без строгого детерминизма запись срывает слоты, а живая очередь подвергается «голоданию» (starvation).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3774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Хрупкость внешних интеграций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SMS/Push-шлюза или почтового сервиса блокирует транзакцию вызова клиента в окне. В 90% систем сетевой таймаут внешнего API парализует работу операторов отделения.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920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Искажение прогноза ожидания (ETA)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Ошибочно незакрытые оператором талоны («висящие» по несколько часов) катастрофически сдвигают среднее время обслуживания, вводя клиентов в заблуждение на табло и в смартфонах.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ДВИЖКА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Канонический алгоритм ранжирования CallNext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486400" cy="4389120"/>
          </a:xfrm>
          <a:prstGeom prst="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абсолютного детерминизма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due_at ASC, source_rank ASC, checkin_at ASC, id ASC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due_at (дедлайн обслуживания): для предварительной записи — время слота; для QR и живой очереди — checkin + нормативный max_wait услуги.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source_rank (приоритет источника): Appointment (0) → QR (1) → Live (2). При равенстве дедлайнов запись вызывается первой.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389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checkin_at (момент прибытия): защита от starvation — кто пришел в отделение раньше, обслуживается раньше.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5120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id (первичный ключ UUID): абсолютное устранение race condition при одновременном обращении операторов.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1645920"/>
            <a:ext cx="4937760" cy="4389120"/>
          </a:xfrm>
          <a:prstGeom prst="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Динамическое управление политикой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6656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источник правды: Admin UI сохраняет веса приоритетов и лимиты в PostgreSQL-таблицу queue_policies.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3291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Мгновенная реакция: метод UpdateQueuePolicy атомарно пересчитывает source_rank всех талонов со статусом WAITING.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4114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транзакций: использование FOR UPDATE SKIP LOCKED гарантирует, что переранжирование не блокирует окна операторов.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6656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Hot-reload: фоновый монитор синхронизирует in-memory политику каждые 5 секунд без перезапуска сервиса.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НАДЕЖНОСТЬ ИЗОЛЯЦИИ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Outbox: 100% сдача обязательного теста T8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Атомарная фиксация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вызове талона оператором запись в notification_outbox выполняется в той же транзакции БД, что и смена статуса талона на CALLED.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Даже при внезапном отказе питания уведомление гарантированно сохранено.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Асинхронные ретраи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3440" y="246888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Фоновый Outbox Dispatcher с экспоненциальным backoff (1s, 2s, 4s) опрашивает очередь.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HTTP 503 или таймауте провайдера сообщение уходит в повтор без задержки оператора (0ms delay на вызове).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T8 и Demo Adapter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 автономный notification-demo контейнер с симуляцией сбоев (503, таймауты).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Интеграционный тест TestT8_NotificationProviderOutageVerifiesQueueReliability официально подтверждает надежность ядра.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ИНТЕЛЛЕКТУАЛЬНАЯ АНАЛИТИКА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 времени ожидания (ETA) и фильтрация выбросов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29184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3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7 200 сек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05840" y="2651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выбросов длительности (2 часа). «Забытые» операторами талоны отсекаются от обучающей выборки.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29184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8288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P90 + Weighted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51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Экспоненциальное взвешивание последних 20 талонов дает актуальный темп работы отделения в текущий час.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38328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8288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окон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321040" y="2651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Дискретная симуляция распределяет очередь впереди стоящих клиентов по открытым окнам параллельно.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698480" cy="210312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1148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Алгоритм работы симулятора ожидания: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Определяются все открытые окна, привязанные к услуге талона, с учетом их текущей занятости и остатка времени.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Впереди стоящие клиенты (position - 1) виртуально распределяются в окно с наименьшим временем освобождения.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Рассчитанный результат формирует точный интервал EstimatedCallAt, отображаемый на электронном табло и в талоне.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READY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Отказоустойчивость инфраструктуры и безопасность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Watchdog &amp; Самоисцеление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Поминутный cron-мониторинг всех 11 контейнеров отделения.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35661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Автоматический перезапуск упавших сервисов (restart: always).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4572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Мгновенный Telegram-алерт дежурному инженеру при деградации.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безопасность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 CORS Whitelist: исключены уязвимости loose wildcard matching.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35661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In-memory Rate Limiter на авторизацию операторов и администратора.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63440" y="4572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Защищенные Cookie (HttpOnly, Secure, SameSite=Lax).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383280" cy="4389120"/>
          </a:xfrm>
          <a:prstGeom prst="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920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Отказоустойчивый HTTPS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Полноценный Let's Encrypt SSL-сертификат для pointers-team.tech.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35661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Резервный домен post-queue.duckdns.org и прямой IP-доступ.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4572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Nginx с TLS 1.3, HTTP/2 и буферизацией 4k для мгновенной отдачи.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4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ПОЛЬЗОВАТЕЛЬСКИЙ ОПЫТ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специализированных интерфейса и полная автономность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Табло зала (TV Board)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Контрастное отображение текущих вызовов по окнам, голосовой синтез объявлений (Web Speech API) и звуковой гонг.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21208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Пульт оператора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следующего талона по каноническому детерминизму, вызов конкретного номера, управление перерывами и сменами.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931920"/>
            <a:ext cx="521208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Киоск самообслуживания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4663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Моментальная выдача талонов по QR-коду и живой очереди, сканирование броней предварительной записи.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212080" cy="201168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206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ОПС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92240" y="4663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Оперативное изменение весов очередей, управление услугами окон, мониторинг нагрузки и аналитика времени ожидания.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Локальный бандлинг: Tailwind CSS и шрифты упакованы автономно (отсутствие внешних CDN обеспечивает работу при отключении внешнего интернета).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ИСПЫТАНИЙ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готовность к пилотному внедрению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291840" cy="3108960"/>
          </a:xfrm>
          <a:prstGeom prst="rect">
            <a:avLst>
              <a:gd name="adj" fmla="val 2941"/>
            </a:avLst>
          </a:prstGeom>
          <a:solidFill>
            <a:srgbClr val="001F3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из 10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05840" y="3291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Официальных тестов ТЗ (T1–T10) успешно сданы, включая T8 Outbox Outage.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2011680"/>
            <a:ext cx="3291840" cy="3108960"/>
          </a:xfrm>
          <a:prstGeom prst="rect">
            <a:avLst>
              <a:gd name="adj" fmla="val 2941"/>
            </a:avLst>
          </a:prstGeom>
          <a:solidFill>
            <a:srgbClr val="001F3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 сек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63440" y="3291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выполнения интеграционного стресс-теста T8 при полной имитации отказа внешнего шлюза.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383280" cy="3108960"/>
          </a:xfrm>
          <a:prstGeom prst="rect">
            <a:avLst>
              <a:gd name="adj" fmla="val 2941"/>
            </a:avLst>
          </a:prstGeom>
          <a:solidFill>
            <a:srgbClr val="001F3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TLS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21040" y="3291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Действующий доверенный сертификат Let's Encrypt и автоперезапуск контейнеров через Watchdog.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Демо-стенд: https://pointers-team.tech  |  Резерв: https://post-queue.duckdns.org  |  Спасибо за внимание!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Почта России / PostCode Challenge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Цифровая очередь нового поколения</dc:title>
  <dc:subject>PptxGenJS Presentation</dc:subject>
  <dc:creator>Pointers Team (5 указателей)</dc:creator>
  <cp:lastModifiedBy>Pointers Team (5 указателей)</cp:lastModifiedBy>
  <cp:revision>1</cp:revision>
  <dcterms:created xsi:type="dcterms:W3CDTF">2026-09-21T16:20:48Z</dcterms:created>
  <dcterms:modified xsi:type="dcterms:W3CDTF">2026-09-21T16:20:48Z</dcterms:modified>
</cp:coreProperties>
</file>